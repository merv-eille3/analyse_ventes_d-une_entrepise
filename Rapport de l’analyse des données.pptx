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D74C5B-1B5A-7B37-EB26-522465394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EAEB3C-EE36-9D66-390D-184059224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18D7DD-63CC-48A2-C417-67EB7779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AC009D-4568-09B5-B303-A2F0AA44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DB959-7088-2567-E630-CE694B0B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75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83FA3-8776-89FF-6451-F037FD4E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8DF6C8-7A12-3FE6-6B92-2EFE387EE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4857EB-0407-6C9D-4E50-B8A7B035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2DFD33-03AE-581D-EF41-BA30FD37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9A51D8-57F1-0987-68F8-023FAC8C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76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5994EB-5070-5AF5-3E09-F3FBE576E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E46A32-D55A-7CA9-94B1-C74EFA949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725AE1-CF97-9C80-7380-EB9B7FDA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1AC633-13AB-685D-A978-A0573129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A8A321-9B28-4589-5F75-4FE5010C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29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739D2-1161-5464-A1AC-9D12B5EC1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F99214-A108-F5F3-FD7C-72BB9BDC5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78B688-8D3E-0AD0-49C1-7614225F2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5FF8CD-C731-4AF5-082F-F47E8245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772C7E-4885-0EBD-3AA2-93C44D624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52EC6D-9BDB-7683-47B4-419A433A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7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0188B-6D12-D27F-DDDE-C956BB48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F9D30B-FAF4-50E0-2C98-F30CDB321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4834EC-5489-C6E7-ABEE-D32608C27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F1D9BA-2E45-ED86-5D06-A20747542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C6A5D4-6AEB-44C2-0ABD-59FF4C85A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FA6BDB-4F02-D42D-223E-7089A090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5D9D6F7-0245-E1DA-AC3B-B239CE90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3BE7E5-2A92-2C07-9F52-CE0CB3F8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52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3A5B3-11BE-9EC1-7A0D-954CA9D1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2B4B0C2-B2FE-0423-CB74-96D633FE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86E423-15D6-0DBB-4486-1DFD84D6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5B61CA0-4DAE-0A65-3BB9-AD1B2926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86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9729DE9-A866-0F53-BF96-59D7EDAE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A5CB8E-3315-7EDA-FDF9-C56F0998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0571C6-AE76-56E4-724C-68597B33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03035-0302-C5DB-F23F-38AC0E58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4EE390-78B6-DBC3-5F80-714ED9FD5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4348BF-C578-F741-96B7-689FE22F5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C47D2C-DF49-3CBB-1F0A-9896A210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62B369-6D91-A29B-F932-3BE7BA1F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C14A79-F5DF-128C-ED19-25A7712E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797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7B7A2-FDA7-0C6F-2236-B6839A61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2198061-6E93-CBC3-3259-F69141F07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C2B76B-6D79-DF3C-FD43-80F19517E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CF7EB7-ADB3-63A9-645D-0FF0A3D0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5230B9-764E-C638-3130-A7498F7E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0145D1-0019-5DD6-3E36-D2D8097D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96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9EAF66-595B-4642-CF3A-04E0832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71C355-4E3F-9CA3-B81E-D60FA1BE3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5A87D5-DF0E-A936-0351-DBD0C9B7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44836E-6B46-9B59-7969-35C8D1E4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5BB99C-84E4-96AB-440A-5E7B352A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14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0AF8C-58A1-0EE8-CCA7-A8DF24182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4FC56B-701A-4900-A316-A1970F26B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4288FF-B5DB-39DA-8A7E-D95A3709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5C6730-7680-682D-9025-40B947E1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87BD2B-E175-46B9-1B30-E9957281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71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B01D23-79DF-AAFE-B3A6-B966BF3B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3AE100-5F08-3D15-026F-70C6AB485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9B2307-0AD3-BBF4-86D0-4496EC3A8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DD670-0136-4922-A81B-36730360F1F5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561978-289E-EDA0-FA08-3838450A3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B90BC0-7797-2DFB-B550-0528359AA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CE35-539E-48CC-8A14-1F81EBA359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40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FB48D-6561-3E01-6642-45FFAC18D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Rapport de l’analyse des données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4DB5E4-CD9E-DFB1-99D0-B3F73853F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Ce rapport est relatif à l’interprétation des analyses de données de la base des données de l’Entreprise.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281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7E617-5E70-B70F-93E6-E6020B54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 KPI principales de la base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4A6AD5-F2A2-B3EE-8D48-14333D037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s’étendent sur la période de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2003 à 2005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courant cette période l’entreprise a eu à effectuer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2823 transactions.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Ces transactions sont effectuées sur 19 différents; nous avons eu en étude dans ce jeu de données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différentes variables étudiées.</a:t>
            </a:r>
          </a:p>
          <a:p>
            <a:pPr marL="0" indent="0" algn="just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plus, cette entreprise possède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différentes catégories de produits.</a:t>
            </a:r>
          </a:p>
        </p:txBody>
      </p:sp>
    </p:spTree>
    <p:extLst>
      <p:ext uri="{BB962C8B-B14F-4D97-AF65-F5344CB8AC3E}">
        <p14:creationId xmlns:p14="http://schemas.microsoft.com/office/powerpoint/2010/main" val="2222019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D2136A-1D4C-2CE1-E0B1-29BFFED1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II- Analyse générale de la base de données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AF487A0-8207-3C78-642A-A6742EC5C6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195031"/>
              </p:ext>
            </p:extLst>
          </p:nvPr>
        </p:nvGraphicFramePr>
        <p:xfrm>
          <a:off x="1008185" y="2157046"/>
          <a:ext cx="9495692" cy="3892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0862">
                  <a:extLst>
                    <a:ext uri="{9D8B030D-6E8A-4147-A177-3AD203B41FA5}">
                      <a16:colId xmlns:a16="http://schemas.microsoft.com/office/drawing/2014/main" val="1590745202"/>
                    </a:ext>
                  </a:extLst>
                </a:gridCol>
                <a:gridCol w="1004626">
                  <a:extLst>
                    <a:ext uri="{9D8B030D-6E8A-4147-A177-3AD203B41FA5}">
                      <a16:colId xmlns:a16="http://schemas.microsoft.com/office/drawing/2014/main" val="3006445547"/>
                    </a:ext>
                  </a:extLst>
                </a:gridCol>
                <a:gridCol w="1284346">
                  <a:extLst>
                    <a:ext uri="{9D8B030D-6E8A-4147-A177-3AD203B41FA5}">
                      <a16:colId xmlns:a16="http://schemas.microsoft.com/office/drawing/2014/main" val="2414335906"/>
                    </a:ext>
                  </a:extLst>
                </a:gridCol>
                <a:gridCol w="1284346">
                  <a:extLst>
                    <a:ext uri="{9D8B030D-6E8A-4147-A177-3AD203B41FA5}">
                      <a16:colId xmlns:a16="http://schemas.microsoft.com/office/drawing/2014/main" val="2797783833"/>
                    </a:ext>
                  </a:extLst>
                </a:gridCol>
                <a:gridCol w="1395644">
                  <a:extLst>
                    <a:ext uri="{9D8B030D-6E8A-4147-A177-3AD203B41FA5}">
                      <a16:colId xmlns:a16="http://schemas.microsoft.com/office/drawing/2014/main" val="3775875640"/>
                    </a:ext>
                  </a:extLst>
                </a:gridCol>
                <a:gridCol w="1173050">
                  <a:extLst>
                    <a:ext uri="{9D8B030D-6E8A-4147-A177-3AD203B41FA5}">
                      <a16:colId xmlns:a16="http://schemas.microsoft.com/office/drawing/2014/main" val="2518322215"/>
                    </a:ext>
                  </a:extLst>
                </a:gridCol>
                <a:gridCol w="1122818">
                  <a:extLst>
                    <a:ext uri="{9D8B030D-6E8A-4147-A177-3AD203B41FA5}">
                      <a16:colId xmlns:a16="http://schemas.microsoft.com/office/drawing/2014/main" val="2027119828"/>
                    </a:ext>
                  </a:extLst>
                </a:gridCol>
              </a:tblGrid>
              <a:tr h="751100"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 dirty="0">
                          <a:effectLst/>
                        </a:rPr>
                        <a:t>Variable</a:t>
                      </a:r>
                      <a:endParaRPr lang="fr-FR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N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Moyenne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Médiane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Écart-type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Min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Max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extLst>
                  <a:ext uri="{0D108BD9-81ED-4DB2-BD59-A6C34878D82A}">
                    <a16:rowId xmlns:a16="http://schemas.microsoft.com/office/drawing/2014/main" val="4182636276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quantite_commandee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2 823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35.09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35.00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9.74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6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97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extLst>
                  <a:ext uri="{0D108BD9-81ED-4DB2-BD59-A6C34878D82A}">
                    <a16:rowId xmlns:a16="http://schemas.microsoft.com/office/drawing/2014/main" val="3808460581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prix_unitaire ($)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2 823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83.66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95.70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20.17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26.88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100.00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extLst>
                  <a:ext uri="{0D108BD9-81ED-4DB2-BD59-A6C34878D82A}">
                    <a16:rowId xmlns:a16="http://schemas.microsoft.com/office/drawing/2014/main" val="2194638544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montant_vente ($)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2 823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3 553.89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3 184.80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1 841.87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482.13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14 082.80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extLst>
                  <a:ext uri="{0D108BD9-81ED-4DB2-BD59-A6C34878D82A}">
                    <a16:rowId xmlns:a16="http://schemas.microsoft.com/office/drawing/2014/main" val="482739603"/>
                  </a:ext>
                </a:extLst>
              </a:tr>
              <a:tr h="7852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prix_catalogue ($)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2 823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100.72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99.00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40.19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>
                          <a:effectLst/>
                        </a:rPr>
                        <a:t>33</a:t>
                      </a:r>
                      <a:endParaRPr lang="fr-FR" sz="1100" kern="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900" kern="100" dirty="0">
                          <a:effectLst/>
                        </a:rPr>
                        <a:t>214</a:t>
                      </a:r>
                      <a:endParaRPr lang="fr-FR" sz="1100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0" marR="73025" marT="0" marB="0" anchor="ctr"/>
                </a:tc>
                <a:extLst>
                  <a:ext uri="{0D108BD9-81ED-4DB2-BD59-A6C34878D82A}">
                    <a16:rowId xmlns:a16="http://schemas.microsoft.com/office/drawing/2014/main" val="612435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33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4AE5B-A577-CF7E-D9AA-CAA1124D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II- Analyse générale de la base de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02DC11-F360-49E6-0DFE-161B93968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voyons que sur 2823 commandes, la commande la plus consistante est celle demandait 97 unités de produits de l’entreprise.</a:t>
            </a:r>
          </a:p>
          <a:p>
            <a:pPr marL="0" indent="0" algn="just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plus les très nombreuses commandes sont un peu rares du fait de l’écart type de la variable qui est proche du nombre de commande minimum.</a:t>
            </a:r>
          </a:p>
          <a:p>
            <a:pPr marL="0" indent="0" algn="just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produit le plus cher de cette entreprise coûte 214 dollars.</a:t>
            </a:r>
          </a:p>
        </p:txBody>
      </p:sp>
    </p:spTree>
    <p:extLst>
      <p:ext uri="{BB962C8B-B14F-4D97-AF65-F5344CB8AC3E}">
        <p14:creationId xmlns:p14="http://schemas.microsoft.com/office/powerpoint/2010/main" val="20934372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219</Words>
  <Application>Microsoft Office PowerPoint</Application>
  <PresentationFormat>Grand écran</PresentationFormat>
  <Paragraphs>45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Thème Office</vt:lpstr>
      <vt:lpstr>Rapport de l’analyse des données </vt:lpstr>
      <vt:lpstr>I- KPI principales de la base de données</vt:lpstr>
      <vt:lpstr>II- Analyse générale de la base de données</vt:lpstr>
      <vt:lpstr>II- Analyse générale de la base de données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Princesse</dc:creator>
  <cp:lastModifiedBy>Princesse</cp:lastModifiedBy>
  <cp:revision>5</cp:revision>
  <dcterms:created xsi:type="dcterms:W3CDTF">2026-04-28T14:16:56Z</dcterms:created>
  <dcterms:modified xsi:type="dcterms:W3CDTF">2026-04-30T09:36:35Z</dcterms:modified>
</cp:coreProperties>
</file>